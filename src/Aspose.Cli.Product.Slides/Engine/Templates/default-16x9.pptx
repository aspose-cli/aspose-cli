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/Relationships>
</file>

<file path=ppt/presentation.xml><?xml version="1.0" encoding="utf-8"?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bg>
      <p:bgPr>
        <a:solidFill>
          <a:schemeClr val="tx2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>
          <a:xfrm>
            <a:off x="508000" y="1397000"/>
            <a:ext cx="8128000" cy="1320800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>
          <a:xfrm>
            <a:off x="508000" y="2997200"/>
            <a:ext cx="8128000" cy="1016000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800" b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ccent bar" title=""/>
          <p:cNvSpPr/>
          <p:nvPr/>
        </p:nvSpPr>
        <p:spPr>
          <a:xfrm>
            <a:off x="508000" y="2870200"/>
            <a:ext cx="914400" cy="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ACD1D00-064F-44A4-BC66-BE3B04DF45E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bg>
      <p:bgPr>
        <a:solidFill>
          <a:schemeClr val="bg2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>
          <a:xfrm>
            <a:off x="508000" y="1524000"/>
            <a:ext cx="8128000" cy="1219200"/>
          </a:xfrm>
        </p:spPr>
        <p:txBody>
          <a:bodyPr anchor="b"/>
          <a:lstStyle>
            <a:lvl1pPr marL="0" indent="0" algn="l">
              <a:spcBef>
                <a:spcPts val="0"/>
              </a:spcBef>
              <a:buNone/>
              <a:defRPr sz="32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508000" y="2997200"/>
            <a:ext cx="8128000" cy="762000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600" b="0">
                <a:solidFill>
                  <a:schemeClr val="accent4"/>
                </a:solidFill>
              </a:defRPr>
            </a:lvl1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7" name="Accent bar" title=""/>
          <p:cNvSpPr/>
          <p:nvPr/>
        </p:nvSpPr>
        <p:spPr>
          <a:xfrm>
            <a:off x="508000" y="2870200"/>
            <a:ext cx="711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>
          <a:xfrm>
            <a:off x="508000" y="1270000"/>
            <a:ext cx="3911600" cy="3263900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>
          <a:xfrm>
            <a:off x="4724400" y="1270000"/>
            <a:ext cx="3911600" cy="3263900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59DB631-AEBD-4E24-8BB2-3A73FB04FC6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E5A9D3BF-4EEA-4312-8922-CA28DEF9599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D772C0C-3A5B-41F7-A54B-48ACA882779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1"/>
        </a:solidFill>
      </p:bgPr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508000" y="279400"/>
            <a:ext cx="8128000" cy="736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508000" y="1270000"/>
            <a:ext cx="8128000" cy="3263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508000" y="4762500"/>
            <a:ext cx="2032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2794000" y="4762500"/>
            <a:ext cx="3556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7620000" y="4762500"/>
            <a:ext cx="10160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ccent bar" title=""/>
          <p:cNvSpPr/>
          <p:nvPr/>
        </p:nvSpPr>
        <p:spPr>
          <a:xfrm>
            <a:off x="508000" y="10922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ransition/>
  <p:timing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10000"/>
        </a:spcBef>
        <a:buClr>
          <a:schemeClr val="accent1"/>
        </a:buClr>
        <a:buFont typeface="Arial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–"/>
        <a:defRPr sz="17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•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–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4000"/>
        </a:spcBef>
        <a:buClr>
          <a:schemeClr val="accent1"/>
        </a:buClr>
        <a:buFont typeface="Arial" pitchFamily="34" charset="0"/>
        <a:buChar char="»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rgbClr val="1F2937"/>
      </a:dk1>
      <a:lt1>
        <a:srgbClr val="FFFFFF"/>
      </a:lt1>
      <a:dk2>
        <a:srgbClr val="0F2A3D"/>
      </a:dk2>
      <a:lt2>
        <a:srgbClr val="F1F5F9"/>
      </a:lt2>
      <a:accent1>
        <a:srgbClr val="0F766E"/>
      </a:accent1>
      <a:accent2>
        <a:srgbClr val="2563EB"/>
      </a:accent2>
      <a:accent3>
        <a:srgbClr val="F59E0B"/>
      </a:accent3>
      <a:accent4>
        <a:srgbClr val="64748B"/>
      </a:accent4>
      <a:accent5>
        <a:srgbClr val="7C3AED"/>
      </a:accent5>
      <a:accent6>
        <a:srgbClr val="DC2626"/>
      </a:accent6>
      <a:hlink>
        <a:srgbClr val="2563EB"/>
      </a:hlink>
      <a:folHlink>
        <a:srgbClr val="7C3AED"/>
      </a:folHlink>
    </a:clrScheme>
    <a:fontScheme name="Office">
      <a:majorFont>
        <a:latin typeface="Calibri"/>
        <a:ea typeface="Microsoft YaHei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Microsoft YaHei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(16:9)</PresentationFormat>
  <Paragraphs>0</Paragraphs>
  <Slides>0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4">
      <vt:lpstr>Arial</vt:lpstr>
      <vt:lpstr>Calibri</vt:lpstr>
      <vt:lpstr>Microsoft YaHei</vt:lpstr>
      <vt:lpstr>Office Theme</vt:lpstr>
    </vt:vector>
  </TitlesOfParts>
  <LinksUpToDate>0</LinksUpToDate>
  <SharedDoc>0</SharedDoc>
  <HyperlinksChanged>0</HyperlinksChanged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</cp:coreProperties>
</file>