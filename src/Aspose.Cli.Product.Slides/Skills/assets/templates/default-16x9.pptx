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9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Sz cx="9144000" cy="5143500" type="screen16x9"/>
  <p:notesSz cx="6858000" cy="9144000"/>
  <p:custDataLst>
    <p:tags r:id="rId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tags" Target="tags/tag1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itle" preserve="1">
  <p:cSld name="Title Slide">
    <p:bg>
      <p:bgPr>
        <a:solidFill>
          <a:schemeClr val="tx2"/>
        </a:solid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>
          <a:xfrm>
            <a:off x="508000" y="1397000"/>
            <a:ext cx="8128000" cy="1320800"/>
          </a:xfrm>
        </p:spPr>
        <p:txBody>
          <a:bodyPr anchor="b"/>
          <a:lstStyle>
            <a:lvl1pPr marL="0" indent="0" algn="l">
              <a:spcBef>
                <a:spcPts val="0"/>
              </a:spcBef>
              <a:buNone/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>
          <a:xfrm>
            <a:off x="508000" y="2997200"/>
            <a:ext cx="8128000" cy="1016000"/>
          </a:xfrm>
        </p:spPr>
        <p:txBody>
          <a:bodyPr anchor="t"/>
          <a:lstStyle>
            <a:lvl1pPr marL="0" indent="0" algn="l">
              <a:spcBef>
                <a:spcPts val="0"/>
              </a:spcBef>
              <a:buNone/>
              <a:defRPr sz="1800" b="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7" name="Accent bar" title=""/>
          <p:cNvSpPr/>
          <p:nvPr/>
        </p:nvSpPr>
        <p:spPr>
          <a:xfrm>
            <a:off x="508000" y="2870200"/>
            <a:ext cx="9144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ACD1D00-064F-44A4-BC66-BE3B04DF45E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secHead" preserve="1">
  <p:cSld name="Section Header">
    <p:bg>
      <p:bgPr>
        <a:solidFill>
          <a:schemeClr val="bg2"/>
        </a:solid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>
          <a:xfrm>
            <a:off x="508000" y="1524000"/>
            <a:ext cx="8128000" cy="1219200"/>
          </a:xfrm>
        </p:spPr>
        <p:txBody>
          <a:bodyPr anchor="b"/>
          <a:lstStyle>
            <a:lvl1pPr marL="0" indent="0" algn="l">
              <a:spcBef>
                <a:spcPts val="0"/>
              </a:spcBef>
              <a:buNone/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508000" y="2997200"/>
            <a:ext cx="8128000" cy="762000"/>
          </a:xfrm>
        </p:spPr>
        <p:txBody>
          <a:bodyPr anchor="t"/>
          <a:lstStyle>
            <a:lvl1pPr marL="0" indent="0" algn="l">
              <a:spcBef>
                <a:spcPts val="0"/>
              </a:spcBef>
              <a:buNone/>
              <a:defRPr sz="1600" b="0">
                <a:solidFill>
                  <a:schemeClr val="accent4"/>
                </a:solidFill>
              </a:defRPr>
            </a:lvl1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7" name="Accent bar" title=""/>
          <p:cNvSpPr/>
          <p:nvPr/>
        </p:nvSpPr>
        <p:spPr>
          <a:xfrm>
            <a:off x="508000" y="2870200"/>
            <a:ext cx="7112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>
          <a:xfrm>
            <a:off x="508000" y="1270000"/>
            <a:ext cx="3911600" cy="3263900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>
          <a:xfrm>
            <a:off x="4724400" y="1270000"/>
            <a:ext cx="3911600" cy="3263900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259DB631-AEBD-4E24-8BB2-3A73FB04FC6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E5A9D3BF-4EEA-4312-8922-CA28DEF9599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8D772C0C-3A5B-41F7-A54B-48ACA882779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508000" y="279400"/>
            <a:ext cx="8128000" cy="736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508000" y="1270000"/>
            <a:ext cx="8128000" cy="3263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508000" y="4762500"/>
            <a:ext cx="20320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2794000" y="4762500"/>
            <a:ext cx="35560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7620000" y="4762500"/>
            <a:ext cx="10160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ccent bar" title=""/>
          <p:cNvSpPr/>
          <p:nvPr/>
        </p:nvSpPr>
        <p:spPr>
          <a:xfrm>
            <a:off x="508000" y="10922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transition/>
  <p:timing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10000"/>
        </a:spcBef>
        <a:buClr>
          <a:schemeClr val="accent1"/>
        </a:buClr>
        <a:buFont typeface="Arial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4000"/>
        </a:spcBef>
        <a:buClr>
          <a:schemeClr val="accent1"/>
        </a:buClr>
        <a:buFont typeface="Arial" pitchFamily="34" charset="0"/>
        <a:buChar char="–"/>
        <a:defRPr sz="17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4000"/>
        </a:spcBef>
        <a:buClr>
          <a:schemeClr val="accent1"/>
        </a:buClr>
        <a:buFont typeface="Arial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4000"/>
        </a:spcBef>
        <a:buClr>
          <a:schemeClr val="accent1"/>
        </a:buClr>
        <a:buFont typeface="Arial" pitchFamily="34" charset="0"/>
        <a:buChar char="–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4000"/>
        </a:spcBef>
        <a:buClr>
          <a:schemeClr val="accent1"/>
        </a:buClr>
        <a:buFont typeface="Arial" pitchFamily="34" charset="0"/>
        <a:buChar char="»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p="http://schemas.openxmlformats.org/presentationml/2006/main">
  <p:tag name="AS_NET" val="10.0.10"/>
  <p:tag name="AS_OS" val="Microsoft Windows NT 10.0.19045.0"/>
  <p:tag name="AS_RELEASE_DATE" val="2026.09.14"/>
  <p:tag name="AS_TITLE" val="Aspose.Slides for .NET6"/>
  <p:tag name="AS_VERSION" val="26.9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rgbClr val="1F2937"/>
      </a:dk1>
      <a:lt1>
        <a:srgbClr val="FFFFFF"/>
      </a:lt1>
      <a:dk2>
        <a:srgbClr val="0F2A3D"/>
      </a:dk2>
      <a:lt2>
        <a:srgbClr val="F1F5F9"/>
      </a:lt2>
      <a:accent1>
        <a:srgbClr val="0F766E"/>
      </a:accent1>
      <a:accent2>
        <a:srgbClr val="2563EB"/>
      </a:accent2>
      <a:accent3>
        <a:srgbClr val="F59E0B"/>
      </a:accent3>
      <a:accent4>
        <a:srgbClr val="64748B"/>
      </a:accent4>
      <a:accent5>
        <a:srgbClr val="7C3AED"/>
      </a:accent5>
      <a:accent6>
        <a:srgbClr val="DC2626"/>
      </a:accent6>
      <a:hlink>
        <a:srgbClr val="2563EB"/>
      </a:hlink>
      <a:folHlink>
        <a:srgbClr val="7C3AED"/>
      </a:folHlink>
    </a:clrScheme>
    <a:fontScheme name="Office">
      <a:majorFont>
        <a:latin typeface="Calibri"/>
        <a:ea typeface="Microsoft YaHei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Microsoft YaHei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(16:9)</PresentationFormat>
  <Paragraphs>0</Paragraphs>
  <Slides>0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baseType="lpstr" size="4">
      <vt:lpstr>Arial</vt:lpstr>
      <vt:lpstr>Calibri</vt:lpstr>
      <vt:lpstr>Microsoft YaHei</vt:lpstr>
      <vt:lpstr>Office Theme</vt:lpstr>
    </vt:vector>
  </TitlesOfParts>
  <LinksUpToDate>0</LinksUpToDate>
  <SharedDoc>0</SharedDoc>
  <HyperlinksChanged>0</HyperlinksChanged>
  <Application>Aspose.Slides for .NET</Application>
  <AppVersion>26.0900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2026-09-18T06:46:18.711</cp:lastPrinted>
  <dcterms:created xsi:type="dcterms:W3CDTF">2026-09-18T13:46:18Z</dcterms:created>
  <dcterms:modified xsi:type="dcterms:W3CDTF">2026-09-18T13:46:18Z</dcterms:modified>
</cp:coreProperties>
</file>