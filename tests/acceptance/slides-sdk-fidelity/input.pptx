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CNY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12500</c:v>
                </c:pt>
                <c:pt idx="1">
                  <c:v>18750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46-4BB7-B894-23BC9017C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Title"/>
          <p:cNvSpPr txBox="1"/>
          <p:nvPr/>
        </p:nvSpPr>
        <p:spPr>
          <a:xfrm>
            <a:off x="508000" y="508000"/>
            <a:ext cx="8128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Edit this title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08000" y="508000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全屏显示(16:9)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2026-09-23T03:10:51Z</dcterms:modified>
  <cp:category/>
</cp:coreProperties>
</file>